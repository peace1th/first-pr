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?><p:sld xmlns:p="http://schemas.openxmlformats.org/presentationml/2006/main"><p:cSld><p:spTree><p:sp><p:txBody><a:p><a:r><a:t>
</file>